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03564-E972-44C2-BBA7-9897EB3AD842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E8C3D8-2F60-4B6A-AD27-65894FA4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64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a real scenario: someone walking home alone, or on a first date with a stranger. Ask: "What if the app could notice danger before you even reach for your phone?"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ready to justify each choice — see the 'why X instead of Y' prep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left to right: device captures sensors, orchestrator decides what to send, Supabase Edge Functions proxy every third-party call so no API key ever ships in the app bundle, and the final alert reaches the emergency contact via Twilio/SendGrid.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the UX reasoning: permission requests are proven to have higher acceptance rates when explained individually, in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your architecture 'money slide' — know src/lib/monitoring.ts well enough to explain it without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/>
              <a:t>Surveillance AI</a:t>
            </a:r>
          </a:p>
          <a:p>
            <a:pPr>
              <a:spcBef>
                <a:spcPts val="1000"/>
              </a:spcBef>
              <a:defRPr sz="2200" i="1">
                <a:solidFill>
                  <a:srgbClr val="9FE0F2"/>
                </a:solidFill>
              </a:defRPr>
            </a:pPr>
            <a:r>
              <a:rPr dirty="0"/>
              <a:t>AI-Powered Passive Personal Safety Monitoring</a:t>
            </a:r>
          </a:p>
          <a:p>
            <a:pPr>
              <a:spcBef>
                <a:spcPts val="600"/>
              </a:spcBef>
              <a:defRPr sz="1600">
                <a:solidFill>
                  <a:srgbClr val="D8EEF6"/>
                </a:solidFill>
              </a:defRPr>
            </a:pPr>
            <a:r>
              <a:rPr dirty="0"/>
              <a:t>Your Name</a:t>
            </a:r>
          </a:p>
          <a:p>
            <a:pPr>
              <a:spcBef>
                <a:spcPts val="600"/>
              </a:spcBef>
              <a:defRPr sz="1600">
                <a:solidFill>
                  <a:srgbClr val="D8EEF6"/>
                </a:solidFill>
              </a:defRPr>
            </a:pPr>
            <a:r>
              <a:rPr dirty="0"/>
              <a:t>Final Year Project — [Course / Institution]</a:t>
            </a:r>
          </a:p>
          <a:p>
            <a:pPr>
              <a:spcBef>
                <a:spcPts val="600"/>
              </a:spcBef>
              <a:defRPr sz="1600">
                <a:solidFill>
                  <a:srgbClr val="D8EEF6"/>
                </a:solidFill>
              </a:defRPr>
            </a:pPr>
            <a:r>
              <a:rPr dirty="0"/>
              <a:t>Supervisor: [Name]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Personal safety apps today rely on the user actively pressing a button during a crisis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In a real emergency, victims are often unable to act — panicked, restrained, or incapacitated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Existing solutions (panic buttons, manual check-ins) fail exactly when they're needed most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The Gap in Existing Solutions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App type</a:t>
                      </a:r>
                    </a:p>
                  </a:txBody>
                  <a:tcPr>
                    <a:solidFill>
                      <a:srgbClr val="0E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0E63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Panic-button apps (Noonlight, bSafe)</a:t>
                      </a:r>
                    </a:p>
                  </a:txBody>
                  <a:tcPr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Requires manual trigger</a:t>
                      </a:r>
                    </a:p>
                  </a:txBody>
                  <a:tcPr>
                    <a:solidFill>
                      <a:srgbClr val="F5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Geofencing / location-share apps</a:t>
                      </a:r>
                    </a:p>
                  </a:txBody>
                  <a:tcPr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No understanding of what's happening, only where</a:t>
                      </a:r>
                    </a:p>
                  </a:txBody>
                  <a:tcPr>
                    <a:solidFill>
                      <a:srgbClr val="F5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Wearable fall-detection</a:t>
                      </a:r>
                    </a:p>
                  </a:txBody>
                  <a:tcPr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Single-signal, no visual/audio context</a:t>
                      </a:r>
                    </a:p>
                  </a:txBody>
                  <a:tcPr>
                    <a:solidFill>
                      <a:srgbClr val="F5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02336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1A1A"/>
                </a:solidFill>
              </a:defRPr>
            </a:pPr>
            <a:r>
              <a:t>•  None of these combine vision + audio + motion into one AI-driven risk assessment that fires automatically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"Surveillance AI silently monitors your surroundings using your phone's sensors and immediately alerts your emergency contact by SMS, email, and call if danger is detected."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One-tap start/stop surveillance session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Passive camera snapshots + ambient audio + GPS + accelerometer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AI risk scoring every cycle (Low / Medium / High)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Automatic SMS + email + phone call on High risk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Shake/impact detection bypasses AI for instant alert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Wellness check-in with missed-check-in auto-alert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Frontend: Expo, React Native, TypeScript, Expo Router, NativeWind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State: Zustand + AsyncStorage persistence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Backend: Supabase (Postgres + Auth + Row Level Security + Edge Functions)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AI: OpenAI GPT-4o (vision + risk reasoning), Whisper (audio transcription)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Alerts: Twilio (SMS + Voice), SendGrid (Email)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Native sensors: expo-camera, expo-audio, expo-location, expo-sensors, expo-task-manager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System Architecture (Overview)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Client never talks to OpenAI/Twilio/SendGrid directly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All third-party API calls proxied through Supabase Edge Functions so API keys never ship inside the app bundle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Client talks to Supabase directly only for Auth and RLS-protected data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See next slide for the full diagram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System Architecture</a:t>
            </a:r>
          </a:p>
          <a:p>
            <a:pPr>
              <a:defRPr sz="1400">
                <a:solidFill>
                  <a:srgbClr val="CFEFFA"/>
                </a:solidFill>
              </a:defRPr>
            </a:pPr>
            <a:r>
              <a:t>Client never talks to third-party APIs directly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82B3D"/>
                </a:solidFill>
              </a:defRPr>
            </a:pPr>
            <a:r>
              <a:t>📱 Mobile App (Expo)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1417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82B3D"/>
                </a:solidFill>
              </a:defRPr>
            </a:pPr>
            <a:r>
              <a:t>☁️ Supabase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417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82B3D"/>
                </a:solidFill>
              </a:defRPr>
            </a:pPr>
            <a:r>
              <a:t>🌐 Third-Party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291840" cy="502920"/>
          </a:xfrm>
          <a:prstGeom prst="roundRect">
            <a:avLst/>
          </a:prstGeom>
          <a:solidFill>
            <a:srgbClr val="0E638C"/>
          </a:solidFill>
          <a:ln w="12700">
            <a:solidFill>
              <a:srgbClr val="08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UI Screens</a:t>
            </a:r>
            <a:br/>
            <a:r>
              <a:t>(auth · onboarding · tabs)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04872"/>
            <a:ext cx="3291840" cy="502920"/>
          </a:xfrm>
          <a:prstGeom prst="roundRect">
            <a:avLst/>
          </a:prstGeom>
          <a:solidFill>
            <a:srgbClr val="0E638C"/>
          </a:solidFill>
          <a:ln w="12700">
            <a:solidFill>
              <a:srgbClr val="08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Zustand Stores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72384"/>
            <a:ext cx="3291840" cy="502920"/>
          </a:xfrm>
          <a:prstGeom prst="roundRect">
            <a:avLst/>
          </a:prstGeom>
          <a:solidFill>
            <a:srgbClr val="0E638C"/>
          </a:solidFill>
          <a:ln w="12700">
            <a:solidFill>
              <a:srgbClr val="08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monitoring.ts</a:t>
            </a:r>
            <a:br/>
            <a:r>
              <a:t>(cycle orchestrator)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39896"/>
            <a:ext cx="3291840" cy="502920"/>
          </a:xfrm>
          <a:prstGeom prst="roundRect">
            <a:avLst/>
          </a:prstGeom>
          <a:solidFill>
            <a:srgbClr val="0E638C"/>
          </a:solidFill>
          <a:ln w="12700">
            <a:solidFill>
              <a:srgbClr val="08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Sensors</a:t>
            </a:r>
            <a:br/>
            <a:r>
              <a:t>(camera · GPS · audio · accel)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291840" cy="502920"/>
          </a:xfrm>
          <a:prstGeom prst="roundRect">
            <a:avLst/>
          </a:prstGeom>
          <a:solidFill>
            <a:srgbClr val="0E638C"/>
          </a:solidFill>
          <a:ln w="12700">
            <a:solidFill>
              <a:srgbClr val="08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Auth (email/password)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404872"/>
            <a:ext cx="3291840" cy="502920"/>
          </a:xfrm>
          <a:prstGeom prst="roundRect">
            <a:avLst/>
          </a:prstGeom>
          <a:solidFill>
            <a:srgbClr val="0E638C"/>
          </a:solidFill>
          <a:ln w="12700">
            <a:solidFill>
              <a:srgbClr val="08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Postgres DB</a:t>
            </a:r>
            <a:br/>
            <a:r>
              <a:t>(Row Level Security)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072384"/>
            <a:ext cx="3291840" cy="502920"/>
          </a:xfrm>
          <a:prstGeom prst="roundRect">
            <a:avLst/>
          </a:prstGeom>
          <a:solidFill>
            <a:srgbClr val="0E638C"/>
          </a:solidFill>
          <a:ln w="12700">
            <a:solidFill>
              <a:srgbClr val="08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Edge Fn: analyse-image / analyse-audio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739896"/>
            <a:ext cx="3291840" cy="502920"/>
          </a:xfrm>
          <a:prstGeom prst="roundRect">
            <a:avLst/>
          </a:prstGeom>
          <a:solidFill>
            <a:srgbClr val="0E638C"/>
          </a:solidFill>
          <a:ln w="12700">
            <a:solidFill>
              <a:srgbClr val="08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Edge Fn: send-sms / send-email / make-call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291840" cy="50292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08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OpenAI</a:t>
            </a:r>
            <a:br/>
            <a:r>
              <a:t>GPT-4o Vision + Whisper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04872"/>
            <a:ext cx="3291840" cy="50292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08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Twilio</a:t>
            </a:r>
            <a:br/>
            <a:r>
              <a:t>SMS + Voice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072384"/>
            <a:ext cx="3291840" cy="50292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08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SendGrid</a:t>
            </a:r>
            <a:br/>
            <a:r>
              <a:t>Email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739896"/>
            <a:ext cx="3291840" cy="502920"/>
          </a:xfrm>
          <a:prstGeom prst="roundRect">
            <a:avLst/>
          </a:prstGeom>
          <a:solidFill>
            <a:srgbClr val="B03030"/>
          </a:solidFill>
          <a:ln w="12700">
            <a:solidFill>
              <a:srgbClr val="08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🆘 Emergency Contact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80" y="2834640"/>
            <a:ext cx="457200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46120" y="2606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555555"/>
                </a:solidFill>
              </a:defRPr>
            </a:pPr>
            <a:r>
              <a:t>Edge Function calls</a:t>
            </a:r>
            <a:br/>
            <a:r>
              <a:t>+ Auth/DB sync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9520" y="2834640"/>
            <a:ext cx="457200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95160" y="2606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555555"/>
                </a:solidFill>
              </a:defRPr>
            </a:pPr>
            <a:r>
              <a:t>AI analysis</a:t>
            </a:r>
            <a:br/>
            <a:r>
              <a:t>SMS / Email / 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35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Key principle: API keys (OpenAI, Twilio, SendGrid) live only in Supabase Edge Functions — never in the client bundle.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Onboarding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12-screen guided flow, run once on first launch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Collects: who you're protecting, when you need protection, emergency contact, monitoring interval, shake sensitivity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Requests 4 permissions one at a time with plain-language explanations: Camera → Microphone → Location (Always) → Notifications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Ends with a personalised "plan reveal"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The Monitoring Loop (Core Engine)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1. Session starts → cycle repeats every 20–30s (configurable)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2. Camera snapshot + GPS captured in parallel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3. Event logged immediately with a placeholder — no waiting on AI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4. Audio recorded concurrently, transcribed via Whisper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5. Photo sent to GPT-4o Vision for risk analysis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6. Both AI results combine into one risk score (combineRisks — takes the higher of the two)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7. Accelerometer shake detection runs independently and continuously — bypasses the AI cycle entirely for instant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AI Risk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GPT-4o Vision + Whisper, prompted to return structured JSON: { riskLevel, summary, concerns, confidence }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Prompts explicitly instruct the model to be conservative — only rate High with clear evidence of danger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Medium risk → notifies the user only (human-in-the-loop buffer)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High risk → alerts the emergency contact automatically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Shake events skip AI entirely — the most reliable signal gets the fastest path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Alert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Three channels fire together on High risk: SMS, Email, Phone Call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Phone call reserved for highest-confidence events only (shake + AI High combined, not AI High alone)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All requests routed through Supabase Edge Functions (Twilio, SendGrid)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Deduplication: an alert only fires once per event ID, preventing repeat alerts for the same detected incident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Every alert stores a full record locally and syncs to Supabase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Security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Row Level Security enabled on every Supabase table — auth.uid() scoping means users can only ever access their own data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API keys (OpenAI, Twilio, SendGrid) live only in Edge Functions — never in the client bundle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Emergency contact details and session data stored via Expo Secure Store / RLS-protected tables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Event log auto-clears after 5 days — privacy-by-design retention limit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Open discussion point: recording bystanders raises consent questions under one-party vs two-party consent laws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Manual, scenario-based testing on physical devices (simulators can't test camera, mic, background execution, or push notifications)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Checklist covers: auth flows, onboarding, permission-denied degraded mode, session lifecycle, background execution, shake detection, alert firing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AI accuracy was evaluated qualitatively against staged scenarios, not a formal labeled dataset (explicitly named as a limitation)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No automated test suite / no formal precision-recall evaluation of AI risk scoring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Battery and data usage under continuous monitoring not yet profiled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No offline fallback if network or AI provider is unreachable mid-emergency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Single emergency contact only — no escalation chain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Consent/legal questions around recording bystanders unresolved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Future: on-device fallback model for offline risk scoring, multiple contacts with escalation tiers, wearable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Start a surveillance session → show event appearing in the Log tab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Trigger a simulated shake event → show instant High-risk alert path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Show Settings: emergency contact, monitoring interval, shake sensitivity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Have a backup screen recording ready in case live demo fails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09728"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Conclusion &amp;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Recap the one-liner and the core engineering contribution: combining multimodal AI signals into one automatic, passive alert pipeline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Thank </a:t>
            </a:r>
            <a:r>
              <a:rPr lang="en-US" dirty="0"/>
              <a:t>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1287</Words>
  <Application>Microsoft Office PowerPoint</Application>
  <PresentationFormat>Widescreen</PresentationFormat>
  <Paragraphs>114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Johnny Hanson</cp:lastModifiedBy>
  <cp:revision>2</cp:revision>
  <dcterms:created xsi:type="dcterms:W3CDTF">2013-01-27T09:14:16Z</dcterms:created>
  <dcterms:modified xsi:type="dcterms:W3CDTF">2026-08-15T15:06:41Z</dcterms:modified>
  <cp:category/>
</cp:coreProperties>
</file>